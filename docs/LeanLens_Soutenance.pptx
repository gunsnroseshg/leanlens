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1E5EFF"/>
                </a:solidFill>
              </a:defRPr>
            </a:pPr>
            <a:r>
              <a:t>LeanLens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Surveillance Intelligente et Analyse de Posture par Vision par Ordinateur</a:t>
            </a:r>
          </a:p>
          <a:p>
            <a:pPr>
              <a:defRPr sz="1600">
                <a:solidFill>
                  <a:srgbClr val="5A6470"/>
                </a:solidFill>
              </a:defRPr>
            </a:pPr>
            <a:r>
              <a:t>Détection d'usage de smartphone et d'inactivité (idle) — YOLO26 — Projet de Fin d'Études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Contexte &amp;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Les caméras de surveillance existantes sont exploités a posteriori, jamais en temps réel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Comportements à risque à détecter automatiquement :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usage prolongé du smartphone (personne + objet) — 2 classes visuelles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inactivité prolongée (« idle ») — un état temporel, pas une classe visuelle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Objectif de l'entreprise : confiance ≥ 84 % par classe pour limiter les faux positifs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Contraintes : temps réel, on-prem (RGPD), intégration à la plateforme LeanLens existante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État de l'art &amp; choix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YOLO26 (Ultralytics) : tête allégée + NMS-free → latence bornée, prévisible (temps réel)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YOLOv8 conservé en baseline comparative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Tracking : ByteTrack (local) / tracker IoU (mode HTTP de production) → identités stables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Idle = problème temporel : détection par frame + suivi + fenêtre glissante 30 s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alternative évoquée : flux optique, squelette (pose estimation) → perspective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Datasets : COCO (bootstrap) + FPI-Det (22.9k images, occlusions) + Roboflow + CVAT maison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Architecture LeanLens — intégration complète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Plateforme (conteneurs) : nginx :80 → frontend React → Django API → Postgres/Redis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algorithms-controller : spawn d'un conteneur par (caméra × algorithme)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Notre chaîne :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leanlens-algo : snapshots → requêtes HTTP → machines à états → flou GDPR → POST rapport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leanlens-model : Flask + YOLO26n (best.pt) — inférence 25.9 ms p50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Preuves stockées sur volume partagé, servies par nginx, liées au rapport dans Django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UI : rapports visibles instantanément (démo validée de bout en bout)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Données &amp;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Bootstrap COCO filtré : 217 images, 554 instances (personne+téléphone, smartphone)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Split stratifié 70 / 20 / 10 (train / val / test — le test n'est JAMAIS vu à l'entraînement)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Format YOLO : images + labels normalisés ; conversion COCO/CVAT automatisée (prepare_data.py)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Voies d'extension prêtes : FPI-Det (occlusions), Roboflow (API), annotations CVAT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person_idle : 0 instance (classe intrinsèquement temporelle) → traité par logique de tracking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choix défendable et assumé : le modèle visuel reste 2 classes + machine à états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Entraînement (fine-tuning YOLO26n)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YOLO26n, 640 px, batch 8, AMP, seed 42 — GTX 1650 4 Go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Early stopping (patience 30) : arrêt à l'époque 68, meilleur modèle à l'époque 38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Durée totale : ~15 minutes sur GPU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Optimisations : hyperparamètres Ultralytics par défaut + gel éventuel du backbone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Artefacts : weights, results.csv, courbes PR, matrice de confusion (runs/leanlens_exp1)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Résultats de détection (split test)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89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8862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Précision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Rappel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mAP50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person_phone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0.236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smartphone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0.335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0.285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749039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Bootstrap COCO-only : précision limitée par les données, PAS par le code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lecture défendable : le pipeline (seuils, tracking, hystérésis) est validé ;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l'ajout de FPI-Det/Roboflow (1 commande) est la voie d'amélioration chiffrée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Calibration du seuil — objectif ≥ 84 %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89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Seuil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Précision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Rappel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Confiance moyenne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0.755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0.834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0.84 (déployé)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0.954 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Au seuil déployé 0.84 : confiance moyenne 0.954 ≥ 0.84 — objectif atteint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Compromis : rappel plus faible (données bootstrap) — F1 optimal 0.364 @ seuil 0.38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deux lectures du cahier des charges présentées au jury ; la (a) est vérifiée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Logique « idle » — machine à états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Par identité de track (IoU) : historique des centres sur fenêtre = idle_seconds / intervalle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Alerte si : durée ≥ 30 s ET déplacement max &lt; tolérance (15 px) ET pas de téléphone en main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1 rapport par personne et par fenêtre (cooldown) — pas de spam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Hystérésis anti-flicker : phone_start après N hits consécutifs, phone_stop après N misses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Bug trouvé en démo et corrigé : un track disparu ne doit plus émettre d'alerte idle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correctif : gate sur les tracks vus dans la frame courante + 17/17 tests unitaires verts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Temps réel &amp; latence (ONNX, 640 px, n=200)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Métrique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Valeur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Latence 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27.2 ms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Latence 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25.9 ms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Latence 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35.5 ms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Débit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36.8 FPS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17373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Large marge temps réel (webcam comme caméra IP)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Le conteneur consomme des snapshots, pas même une vidéo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Export ONNX intégré au pipeline ; TensorRT en perspective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RGPD &amp; éthique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Anonymisation à la source : floutage des visages (Haar cascade) AVANT stockage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Traitement 100 % on-prem : aucune image ne quitte l'entreprise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Minimisation : seules les preuves de violation sont conservées, floutées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Finalité : productivité / sécurité — proportionnalité à valider avec l'entreprise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Information des salariés + durée de conservation à définir (registre de traitement)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Démo — rapports réels dans l'UI LeanLens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phone_evidence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3571741" cy="2377440"/>
          </a:xfrm>
          <a:prstGeom prst="rect">
            <a:avLst/>
          </a:prstGeom>
        </p:spPr>
      </p:pic>
      <p:pic>
        <p:nvPicPr>
          <p:cNvPr id="6" name="Picture 5" descr="02_phone_evidence_s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554480"/>
            <a:ext cx="316992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2062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Chaîne validée en direct : scène téléphone → détection (0.64/0.97) → rapport 22 s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idle : alerte à 32 s (seuil 30 s) — 0 faux positif sur la scène « travail normal »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Preuves floutées (RGPD), horodatées, liées au rapport — visibles dans l'UI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B24"/>
                </a:solidFill>
              </a:defRPr>
            </a:pPr>
            <a:r>
              <a:t>Conclusion &amp;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201168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2011680" cy="640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Livré : pipeline complet données → entraînement → évaluation → calibration → déploiement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plateforme LeanLens 100 % opérationnelle avec notre algorithme intégré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Objectif confiance ≥ 84 % : atteint (0.954 au seuil déployé) ; temps réel : 36.8 FPS</a:t>
            </a:r>
          </a:p>
          <a:p>
            <a:pPr>
              <a:spcAft>
                <a:spcPts val="800"/>
              </a:spcAft>
              <a:defRPr sz="1800">
                <a:solidFill>
                  <a:srgbClr val="141B24"/>
                </a:solidFill>
              </a:defRPr>
            </a:pPr>
            <a:r>
              <a:t>• Perspectives :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Pose estimation (tête baissée) pour un idle sémantique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FPI-Det + Roboflow → précision par classe (le levier n°1)</a:t>
            </a:r>
          </a:p>
          <a:p>
            <a:pPr lvl="1">
              <a:spcAft>
                <a:spcPts val="800"/>
              </a:spcAft>
              <a:defRPr sz="1600">
                <a:solidFill>
                  <a:srgbClr val="5A6470"/>
                </a:solidFill>
              </a:defRPr>
            </a:pPr>
            <a:r>
              <a:t>– TensorRT + multi-caméras ; déploiement sur flux RTSP réels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